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514" r:id="rId5"/>
    <p:sldId id="529" r:id="rId6"/>
    <p:sldId id="382" r:id="rId7"/>
    <p:sldId id="532" r:id="rId8"/>
    <p:sldId id="531" r:id="rId9"/>
    <p:sldId id="530" r:id="rId10"/>
    <p:sldId id="456" r:id="rId11"/>
  </p:sldIdLst>
  <p:sldSz cx="9144000" cy="5143500" type="screen16x9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82B"/>
    <a:srgbClr val="820000"/>
    <a:srgbClr val="00B0CA"/>
    <a:srgbClr val="5E2750"/>
    <a:srgbClr val="EB9700"/>
    <a:srgbClr val="FECB00"/>
    <a:srgbClr val="A8B400"/>
    <a:srgbClr val="007C92"/>
    <a:srgbClr val="9C2AA0"/>
    <a:srgbClr val="5457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1DD8BD-1D1F-498C-9AFF-32A10CB6B8CE}" v="2" dt="2023-06-07T19:57:51.2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2386" autoAdjust="0"/>
  </p:normalViewPr>
  <p:slideViewPr>
    <p:cSldViewPr snapToGrid="0" snapToObjects="1" showGuides="1">
      <p:cViewPr varScale="1">
        <p:scale>
          <a:sx n="83" d="100"/>
          <a:sy n="83" d="100"/>
        </p:scale>
        <p:origin x="824" y="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 showGuides="1">
      <p:cViewPr varScale="1">
        <p:scale>
          <a:sx n="75" d="100"/>
          <a:sy n="75" d="100"/>
        </p:scale>
        <p:origin x="2448" y="72"/>
      </p:cViewPr>
      <p:guideLst>
        <p:guide orient="horz" pos="3024"/>
        <p:guide pos="230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bham Limkar, Vodafone" userId="ec6b240a-aa78-4e31-bc2b-4df03e9d13f4" providerId="ADAL" clId="{751DD8BD-1D1F-498C-9AFF-32A10CB6B8CE}"/>
    <pc:docChg chg="custSel modSld modNotesMaster modHandout">
      <pc:chgData name="Shubham Limkar, Vodafone" userId="ec6b240a-aa78-4e31-bc2b-4df03e9d13f4" providerId="ADAL" clId="{751DD8BD-1D1F-498C-9AFF-32A10CB6B8CE}" dt="2023-06-08T13:09:04.073" v="53" actId="20577"/>
      <pc:docMkLst>
        <pc:docMk/>
      </pc:docMkLst>
      <pc:sldChg chg="modSp mod">
        <pc:chgData name="Shubham Limkar, Vodafone" userId="ec6b240a-aa78-4e31-bc2b-4df03e9d13f4" providerId="ADAL" clId="{751DD8BD-1D1F-498C-9AFF-32A10CB6B8CE}" dt="2023-06-08T13:09:04.073" v="53" actId="20577"/>
        <pc:sldMkLst>
          <pc:docMk/>
          <pc:sldMk cId="3361756754" sldId="514"/>
        </pc:sldMkLst>
        <pc:spChg chg="mod">
          <ac:chgData name="Shubham Limkar, Vodafone" userId="ec6b240a-aa78-4e31-bc2b-4df03e9d13f4" providerId="ADAL" clId="{751DD8BD-1D1F-498C-9AFF-32A10CB6B8CE}" dt="2023-06-08T13:09:04.073" v="53" actId="20577"/>
          <ac:spMkLst>
            <pc:docMk/>
            <pc:sldMk cId="3361756754" sldId="514"/>
            <ac:spMk id="27" creationId="{5BF00D03-4DE4-3046-A452-EF040466C954}"/>
          </ac:spMkLst>
        </pc:spChg>
      </pc:sldChg>
      <pc:sldChg chg="modSp mod">
        <pc:chgData name="Shubham Limkar, Vodafone" userId="ec6b240a-aa78-4e31-bc2b-4df03e9d13f4" providerId="ADAL" clId="{751DD8BD-1D1F-498C-9AFF-32A10CB6B8CE}" dt="2023-06-07T19:56:01.440" v="41" actId="20577"/>
        <pc:sldMkLst>
          <pc:docMk/>
          <pc:sldMk cId="2438247020" sldId="529"/>
        </pc:sldMkLst>
        <pc:spChg chg="mod">
          <ac:chgData name="Shubham Limkar, Vodafone" userId="ec6b240a-aa78-4e31-bc2b-4df03e9d13f4" providerId="ADAL" clId="{751DD8BD-1D1F-498C-9AFF-32A10CB6B8CE}" dt="2023-06-07T19:56:01.440" v="41" actId="20577"/>
          <ac:spMkLst>
            <pc:docMk/>
            <pc:sldMk cId="2438247020" sldId="529"/>
            <ac:spMk id="27" creationId="{5BF00D03-4DE4-3046-A452-EF040466C954}"/>
          </ac:spMkLst>
        </pc:spChg>
      </pc:sldChg>
      <pc:sldChg chg="addSp delSp modSp mod">
        <pc:chgData name="Shubham Limkar, Vodafone" userId="ec6b240a-aa78-4e31-bc2b-4df03e9d13f4" providerId="ADAL" clId="{751DD8BD-1D1F-498C-9AFF-32A10CB6B8CE}" dt="2023-06-08T13:07:47.356" v="51" actId="1076"/>
        <pc:sldMkLst>
          <pc:docMk/>
          <pc:sldMk cId="4150518154" sldId="530"/>
        </pc:sldMkLst>
        <pc:picChg chg="del">
          <ac:chgData name="Shubham Limkar, Vodafone" userId="ec6b240a-aa78-4e31-bc2b-4df03e9d13f4" providerId="ADAL" clId="{751DD8BD-1D1F-498C-9AFF-32A10CB6B8CE}" dt="2023-06-07T19:53:27.986" v="1" actId="478"/>
          <ac:picMkLst>
            <pc:docMk/>
            <pc:sldMk cId="4150518154" sldId="530"/>
            <ac:picMk id="3" creationId="{5D7ADC55-3744-37F5-662C-22FE76473E41}"/>
          </ac:picMkLst>
        </pc:picChg>
        <pc:picChg chg="add mod">
          <ac:chgData name="Shubham Limkar, Vodafone" userId="ec6b240a-aa78-4e31-bc2b-4df03e9d13f4" providerId="ADAL" clId="{751DD8BD-1D1F-498C-9AFF-32A10CB6B8CE}" dt="2023-06-08T13:07:47.356" v="51" actId="1076"/>
          <ac:picMkLst>
            <pc:docMk/>
            <pc:sldMk cId="4150518154" sldId="530"/>
            <ac:picMk id="3" creationId="{7635B493-A623-777D-46C0-176B48DAFC4B}"/>
          </ac:picMkLst>
        </pc:picChg>
        <pc:picChg chg="add del mod">
          <ac:chgData name="Shubham Limkar, Vodafone" userId="ec6b240a-aa78-4e31-bc2b-4df03e9d13f4" providerId="ADAL" clId="{751DD8BD-1D1F-498C-9AFF-32A10CB6B8CE}" dt="2023-06-08T13:06:02.141" v="43" actId="478"/>
          <ac:picMkLst>
            <pc:docMk/>
            <pc:sldMk cId="4150518154" sldId="530"/>
            <ac:picMk id="6" creationId="{B690B274-71E9-726A-0B1D-681101464533}"/>
          </ac:picMkLst>
        </pc:picChg>
      </pc:sldChg>
      <pc:sldChg chg="modTransition">
        <pc:chgData name="Shubham Limkar, Vodafone" userId="ec6b240a-aa78-4e31-bc2b-4df03e9d13f4" providerId="ADAL" clId="{751DD8BD-1D1F-498C-9AFF-32A10CB6B8CE}" dt="2023-06-07T19:57:51.295" v="42"/>
        <pc:sldMkLst>
          <pc:docMk/>
          <pc:sldMk cId="2639330353" sldId="53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Vodafone Rg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8" y="0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584B7D-F332-42E4-B349-DEDC589F1ADB}" type="datetimeFigureOut">
              <a:rPr lang="en-GB" smtClean="0">
                <a:latin typeface="Vodafone Rg" pitchFamily="34" charset="0"/>
              </a:rPr>
              <a:pPr/>
              <a:t>08/06/2023</a:t>
            </a:fld>
            <a:endParaRPr lang="en-GB" dirty="0">
              <a:latin typeface="Vodafone Rg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19475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Vodafone Rg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8" y="9119475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C1BE2-1563-4C9C-8E4A-C427D52BD2E1}" type="slidenum">
              <a:rPr lang="en-GB" smtClean="0">
                <a:latin typeface="Vodafone Rg" pitchFamily="34" charset="0"/>
              </a:rPr>
              <a:pPr/>
              <a:t>‹#›</a:t>
            </a:fld>
            <a:endParaRPr lang="en-GB" dirty="0">
              <a:latin typeface="Vodafone Rg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7412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Vodafone Rg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0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Vodafone Rg" pitchFamily="34" charset="0"/>
              </a:defRPr>
            </a:lvl1pPr>
          </a:lstStyle>
          <a:p>
            <a:fld id="{53ACD7AC-7E6F-4F59-A8AC-F454A6DBBD3A}" type="datetimeFigureOut">
              <a:rPr lang="en-GB" smtClean="0"/>
              <a:pPr/>
              <a:t>08/06/2023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19138"/>
            <a:ext cx="64008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560571"/>
            <a:ext cx="5852160" cy="43205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Vodafone Rg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7"/>
            <a:ext cx="3169920" cy="4800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Vodafone Rg" pitchFamily="34" charset="0"/>
              </a:defRPr>
            </a:lvl1pPr>
          </a:lstStyle>
          <a:p>
            <a:fld id="{2B3E1866-6ABF-4414-AFB5-B91146A1FA1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8001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Vodafone Rg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Vodafone Rg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Vodafone Rg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Vodafone Rg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Vodafone Rg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E1866-6ABF-4414-AFB5-B91146A1FA19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76279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3E1866-6ABF-4414-AFB5-B91146A1FA19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5165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0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8F652B9-0097-B27E-1027-BA20C7AF72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0824" y="3491969"/>
            <a:ext cx="4213226" cy="721268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26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0824" y="4089551"/>
            <a:ext cx="2087880" cy="682887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2078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0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7D6856-E1EE-D36D-0CE2-7ED33229D6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0825" y="285207"/>
            <a:ext cx="4051844" cy="721268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26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0825" y="1184426"/>
            <a:ext cx="2087880" cy="682887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3A24C7-5D61-6547-A9A0-D8782A3844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59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0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7D6856-E1EE-D36D-0CE2-7ED33229D6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0824" y="285207"/>
            <a:ext cx="4213225" cy="721268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26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0825" y="1184426"/>
            <a:ext cx="2087880" cy="682887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D39B86-6FC0-A150-B851-CBC5E39E0D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032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0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EAA0AA-2015-EC44-70E9-E107F2C120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0824" y="3491969"/>
            <a:ext cx="3227221" cy="721268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26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0824" y="4089551"/>
            <a:ext cx="2087880" cy="682887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6182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08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EAA0AA-2015-EC44-70E9-E107F2C120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0824" y="3491969"/>
            <a:ext cx="3227221" cy="721268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26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0824" y="4089551"/>
            <a:ext cx="2087880" cy="682887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0901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17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7D6856-E1EE-D36D-0CE2-7ED33229D6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0823" y="285207"/>
            <a:ext cx="4055169" cy="721268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26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0825" y="1184426"/>
            <a:ext cx="2087880" cy="682887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D39B86-6FC0-A150-B851-CBC5E39E0D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723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2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4EAA0AA-2015-EC44-70E9-E107F2C120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0825" y="3491969"/>
            <a:ext cx="3529804" cy="721268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26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0824" y="4089551"/>
            <a:ext cx="2087880" cy="682887"/>
          </a:xfrm>
        </p:spPr>
        <p:txBody>
          <a:bodyPr anchor="b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27677F-9ACC-0288-3B09-DDD6FF277B2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652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Image 2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7D6856-E1EE-D36D-0CE2-7ED33229D6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/>
          </p:nvPr>
        </p:nvSpPr>
        <p:spPr>
          <a:xfrm>
            <a:off x="250824" y="285207"/>
            <a:ext cx="4025244" cy="721268"/>
          </a:xfrm>
        </p:spPr>
        <p:txBody>
          <a:bodyPr anchor="t" anchorCtr="0">
            <a:noAutofit/>
          </a:bodyPr>
          <a:lstStyle>
            <a:lvl1pPr algn="l">
              <a:lnSpc>
                <a:spcPct val="85000"/>
              </a:lnSpc>
              <a:defRPr sz="2600" b="1" i="0">
                <a:solidFill>
                  <a:schemeClr val="bg1"/>
                </a:solidFill>
                <a:latin typeface="Vodafone Rg"/>
                <a:cs typeface="Vodafone Rg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250825" y="1184426"/>
            <a:ext cx="2087880" cy="682887"/>
          </a:xfrm>
        </p:spPr>
        <p:txBody>
          <a:bodyPr anchor="t" anchorCtr="0">
            <a:noAutofit/>
          </a:bodyPr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  <a:latin typeface="Vodafone Lt" panose="020B060604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988F21-9976-B1D4-75D9-94A69F17FD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113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GRAD NUMBERED">
    <p:bg>
      <p:bgPr>
        <a:gradFill flip="none" rotWithShape="1">
          <a:gsLst>
            <a:gs pos="20000">
              <a:srgbClr val="820000"/>
            </a:gs>
            <a:gs pos="100000">
              <a:schemeClr val="accent1"/>
            </a:gs>
          </a:gsLst>
          <a:lin ang="19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818" y="270834"/>
            <a:ext cx="4428132" cy="986466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36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7038E09-3872-BD4D-8339-0283C2F5BB7F}" type="datetime4">
              <a:rPr lang="en-GB" smtClean="0"/>
              <a:t>08 June 2023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51818" y="2817084"/>
            <a:ext cx="4113477" cy="1895015"/>
          </a:xfrm>
        </p:spPr>
        <p:txBody>
          <a:bodyPr/>
          <a:lstStyle>
            <a:lvl1pPr marL="127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3500" b="1" kern="1200" spc="-400" baseline="0" dirty="0">
                <a:ln w="19050">
                  <a:solidFill>
                    <a:schemeClr val="bg1"/>
                  </a:solidFill>
                </a:ln>
                <a:noFill/>
                <a:latin typeface="Vodafone Rg"/>
                <a:ea typeface="+mn-ea"/>
                <a:cs typeface="Vodafone Rg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736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GREY NUMBERED">
    <p:bg>
      <p:bgPr>
        <a:solidFill>
          <a:srgbClr val="25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818" y="270834"/>
            <a:ext cx="4428132" cy="986466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36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5B3401-932C-0F41-B328-1E2E01655F7D}" type="datetime4">
              <a:rPr lang="en-GB" smtClean="0"/>
              <a:t>08 June 2023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51818" y="2817084"/>
            <a:ext cx="4113477" cy="1895015"/>
          </a:xfrm>
        </p:spPr>
        <p:txBody>
          <a:bodyPr/>
          <a:lstStyle>
            <a:lvl1pPr marL="127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3500" b="1" kern="1200" spc="-400" baseline="0" dirty="0">
                <a:ln w="19050">
                  <a:solidFill>
                    <a:schemeClr val="bg1"/>
                  </a:solidFill>
                </a:ln>
                <a:noFill/>
                <a:latin typeface="Vodafone Rg"/>
                <a:ea typeface="+mn-ea"/>
                <a:cs typeface="Vodafone Rg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57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RED NUMBE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818" y="270834"/>
            <a:ext cx="4428132" cy="986466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36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186831-9186-1A46-8C51-DF0C6926CA7C}" type="datetime4">
              <a:rPr lang="en-GB" smtClean="0"/>
              <a:t>08 June 2023</a:t>
            </a:fld>
            <a:endParaRPr lang="en-GB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251818" y="2817084"/>
            <a:ext cx="4113477" cy="1895015"/>
          </a:xfrm>
        </p:spPr>
        <p:txBody>
          <a:bodyPr/>
          <a:lstStyle>
            <a:lvl1pPr marL="127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3500" b="1" kern="1200" spc="-400" baseline="0" dirty="0">
                <a:ln w="19050">
                  <a:solidFill>
                    <a:schemeClr val="bg1"/>
                  </a:solidFill>
                </a:ln>
                <a:noFill/>
                <a:latin typeface="Vodafone Rg"/>
                <a:ea typeface="+mn-ea"/>
                <a:cs typeface="Vodafone Rg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660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GRAD">
    <p:bg>
      <p:bgPr>
        <a:gradFill flip="none" rotWithShape="1">
          <a:gsLst>
            <a:gs pos="20000">
              <a:srgbClr val="820000"/>
            </a:gs>
            <a:gs pos="100000">
              <a:schemeClr val="accent1"/>
            </a:gs>
          </a:gsLst>
          <a:lin ang="19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2000" y="1851750"/>
            <a:ext cx="6840000" cy="1440000"/>
          </a:xfrm>
        </p:spPr>
        <p:txBody>
          <a:bodyPr anchor="ctr" anchorCtr="1">
            <a:noAutofit/>
          </a:bodyPr>
          <a:lstStyle>
            <a:lvl1pPr algn="ctr">
              <a:lnSpc>
                <a:spcPct val="85000"/>
              </a:lnSpc>
              <a:defRPr sz="36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1BC4EAA-71C0-7847-9938-ACF78B628920}" type="datetime4">
              <a:rPr lang="en-GB" smtClean="0"/>
              <a:t>08 June 2023</a:t>
            </a:fld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1964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GREY">
    <p:bg>
      <p:bgPr>
        <a:solidFill>
          <a:srgbClr val="252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2000" y="1851750"/>
            <a:ext cx="6840000" cy="1440000"/>
          </a:xfrm>
        </p:spPr>
        <p:txBody>
          <a:bodyPr anchor="ctr" anchorCtr="1">
            <a:noAutofit/>
          </a:bodyPr>
          <a:lstStyle>
            <a:lvl1pPr algn="ctr">
              <a:lnSpc>
                <a:spcPct val="85000"/>
              </a:lnSpc>
              <a:defRPr sz="36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FC3112-9319-574E-965C-D7DBF43EF039}" type="datetime4">
              <a:rPr lang="en-GB" smtClean="0"/>
              <a:t>08 June 2023</a:t>
            </a:fld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4571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2000" y="1851750"/>
            <a:ext cx="6840000" cy="1440000"/>
          </a:xfrm>
        </p:spPr>
        <p:txBody>
          <a:bodyPr anchor="ctr" anchorCtr="1">
            <a:noAutofit/>
          </a:bodyPr>
          <a:lstStyle>
            <a:lvl1pPr algn="ctr">
              <a:lnSpc>
                <a:spcPct val="85000"/>
              </a:lnSpc>
              <a:defRPr sz="3600" b="1" cap="none" baseline="0">
                <a:solidFill>
                  <a:schemeClr val="bg1"/>
                </a:solidFill>
                <a:latin typeface="Vodafone Rg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0F0E956-AEC0-6E47-82BA-82F9A6FC1D28}" type="datetime4">
              <a:rPr lang="en-GB" smtClean="0"/>
              <a:t>08 June 2023</a:t>
            </a:fld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94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0825" y="205978"/>
            <a:ext cx="6538913" cy="6674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368F5-E43E-7644-B2C0-CD46918E1917}" type="datetime4">
              <a:rPr lang="en-GB" smtClean="0"/>
              <a:t>08 June 2023</a:t>
            </a:fld>
            <a:endParaRPr lang="en-GB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250825" y="873457"/>
            <a:ext cx="8642350" cy="36032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164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27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20E4CCE-5AAE-AE4C-B060-0037F2F4F0B0}" type="datetime4">
              <a:rPr lang="en-GB" smtClean="0"/>
              <a:t>08 June 2023</a:t>
            </a:fld>
            <a:endParaRPr lang="en-GB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8"/>
          </p:nvPr>
        </p:nvSpPr>
        <p:spPr>
          <a:xfrm>
            <a:off x="4679950" y="876300"/>
            <a:ext cx="4213225" cy="36004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/>
          </p:nvPr>
        </p:nvSpPr>
        <p:spPr>
          <a:xfrm>
            <a:off x="250825" y="873125"/>
            <a:ext cx="4213225" cy="360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32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1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6B66AD2-306D-7A4A-BE64-03A187C68A13}" type="datetime4">
              <a:rPr lang="en-GB" smtClean="0"/>
              <a:t>08 June 2023</a:t>
            </a:fld>
            <a:endParaRPr lang="en-GB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86451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00198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x3 Video placehol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1608401" y="266700"/>
            <a:ext cx="5927199" cy="4445399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Insert 4x3 video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0F61F83-7858-3B44-A5D2-D6202632A1FB}" type="datetime4">
              <a:rPr lang="en-GB" smtClean="0"/>
              <a:t>08 June 2023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4754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x9 Video placehol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822325" y="266399"/>
            <a:ext cx="7499351" cy="4218385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Insert 16x9 video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39C1523-9997-0346-BA33-5767E91BED4D}" type="datetime4">
              <a:rPr lang="en-GB" smtClean="0"/>
              <a:t>08 June 2023</a:t>
            </a:fld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8407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frame 16x9 Video placehol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9144000" cy="51435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Insert full frame 16x9 video</a:t>
            </a:r>
          </a:p>
        </p:txBody>
      </p:sp>
    </p:spTree>
    <p:extLst>
      <p:ext uri="{BB962C8B-B14F-4D97-AF65-F5344CB8AC3E}">
        <p14:creationId xmlns:p14="http://schemas.microsoft.com/office/powerpoint/2010/main" val="12161175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gether we can GRAD">
    <p:bg>
      <p:bgPr>
        <a:gradFill>
          <a:gsLst>
            <a:gs pos="20000">
              <a:srgbClr val="820000"/>
            </a:gs>
            <a:gs pos="100000">
              <a:schemeClr val="accent1"/>
            </a:gs>
          </a:gsLst>
          <a:lin ang="19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5C59AC-A296-DF4D-9A1F-F2DE00C680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59200" y="2158950"/>
            <a:ext cx="1625600" cy="98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9116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gether we can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5C59AC-A296-DF4D-9A1F-F2DE00C680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59200" y="2158950"/>
            <a:ext cx="1625600" cy="98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1717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GRAD">
    <p:bg>
      <p:bgPr>
        <a:gradFill>
          <a:gsLst>
            <a:gs pos="20000">
              <a:srgbClr val="820000"/>
            </a:gs>
            <a:gs pos="100000">
              <a:schemeClr val="accent1"/>
            </a:gs>
          </a:gsLst>
          <a:lin ang="19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0876" y="2180956"/>
            <a:ext cx="782248" cy="78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1614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 RE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0876" y="2180956"/>
            <a:ext cx="782248" cy="78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1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6840" y="4547241"/>
            <a:ext cx="396335" cy="396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0825" y="205978"/>
            <a:ext cx="8635526" cy="66747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25" y="873457"/>
            <a:ext cx="5886450" cy="360329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4365295" y="4713136"/>
            <a:ext cx="413410" cy="23888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ctr">
              <a:defRPr sz="800">
                <a:solidFill>
                  <a:schemeClr val="tx1"/>
                </a:solidFill>
                <a:latin typeface="Vodafone Lt" panose="020B0606040202020204" pitchFamily="34" charset="0"/>
              </a:defRPr>
            </a:lvl1pPr>
          </a:lstStyle>
          <a:p>
            <a:fld id="{72A83A2B-3358-44F8-83A0-4598795D8FB5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253395" y="4712099"/>
            <a:ext cx="2087880" cy="23888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IE" sz="800" kern="1200" dirty="0">
                <a:solidFill>
                  <a:schemeClr val="tx1"/>
                </a:solidFill>
                <a:latin typeface="Vodafone Lt" panose="020B0606040202020204" pitchFamily="34" charset="0"/>
                <a:ea typeface="+mn-ea"/>
                <a:cs typeface="+mn-cs"/>
              </a:defRPr>
            </a:lvl1pPr>
          </a:lstStyle>
          <a:p>
            <a:r>
              <a:rPr lang="en-GB"/>
              <a:t>Insert Confidentiality Level in slide footer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2"/>
          </p:nvPr>
        </p:nvSpPr>
        <p:spPr>
          <a:xfrm>
            <a:off x="6137275" y="4712099"/>
            <a:ext cx="2133600" cy="238889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>
              <a:defRPr lang="en-GB" sz="800" smtClean="0">
                <a:latin typeface="Vodafone Lt" panose="020B0606040202020204" pitchFamily="34" charset="0"/>
              </a:defRPr>
            </a:lvl1pPr>
          </a:lstStyle>
          <a:p>
            <a:fld id="{BDDBAA49-6CB8-054C-996A-16DA1E81284C}" type="datetime4">
              <a:rPr lang="en-GB" smtClean="0"/>
              <a:pPr/>
              <a:t>08 June 2023</a:t>
            </a:fld>
            <a:endParaRPr lang="en-GB" dirty="0"/>
          </a:p>
        </p:txBody>
      </p:sp>
      <p:sp>
        <p:nvSpPr>
          <p:cNvPr id="8" name="MSIPCMContentMarking" descr="{&quot;HashCode&quot;:-1699574231,&quot;Placement&quot;:&quot;Footer&quot;,&quot;Top&quot;:388.380066,&quot;Left&quot;:0.0,&quot;SlideWidth&quot;:720,&quot;SlideHeight&quot;:405}">
            <a:extLst>
              <a:ext uri="{FF2B5EF4-FFF2-40B4-BE49-F238E27FC236}">
                <a16:creationId xmlns:a16="http://schemas.microsoft.com/office/drawing/2014/main" id="{89D2AE1E-A310-2794-EEBA-16C3C93FFEB0}"/>
              </a:ext>
            </a:extLst>
          </p:cNvPr>
          <p:cNvSpPr txBox="1"/>
          <p:nvPr userDrawn="1"/>
        </p:nvSpPr>
        <p:spPr>
          <a:xfrm>
            <a:off x="0" y="4932427"/>
            <a:ext cx="619703" cy="211073"/>
          </a:xfrm>
          <a:prstGeom prst="rect">
            <a:avLst/>
          </a:prstGeom>
        </p:spPr>
        <p:txBody>
          <a:bodyPr vert="horz" wrap="square" lIns="0" tIns="0" rIns="0" bIns="0" rtlCol="0" anchor="ctr" anchorCtr="1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sz="700">
                <a:solidFill>
                  <a:srgbClr val="000000"/>
                </a:solidFill>
                <a:latin typeface="Calibri" panose="020F0502020204030204" pitchFamily="34" charset="0"/>
              </a:rPr>
              <a:t>C2 General</a:t>
            </a:r>
            <a:endParaRPr lang="en-US" sz="7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687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49" r:id="rId2"/>
    <p:sldLayoutId id="2147483768" r:id="rId3"/>
    <p:sldLayoutId id="2147483769" r:id="rId4"/>
    <p:sldLayoutId id="2147483771" r:id="rId5"/>
    <p:sldLayoutId id="2147483789" r:id="rId6"/>
    <p:sldLayoutId id="2147483794" r:id="rId7"/>
    <p:sldLayoutId id="2147483797" r:id="rId8"/>
    <p:sldLayoutId id="2147483675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650" r:id="rId15"/>
    <p:sldLayoutId id="2147483709" r:id="rId16"/>
    <p:sldLayoutId id="2147483654" r:id="rId17"/>
    <p:sldLayoutId id="2147483660" r:id="rId18"/>
    <p:sldLayoutId id="2147483666" r:id="rId19"/>
    <p:sldLayoutId id="2147483667" r:id="rId20"/>
    <p:sldLayoutId id="2147483708" r:id="rId21"/>
    <p:sldLayoutId id="2147483763" r:id="rId22"/>
    <p:sldLayoutId id="2147483764" r:id="rId23"/>
    <p:sldLayoutId id="2147483701" r:id="rId24"/>
    <p:sldLayoutId id="2147483765" r:id="rId25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Vodafone Rg" pitchFamily="34" charset="0"/>
          <a:ea typeface="+mj-ea"/>
          <a:cs typeface="+mj-cs"/>
        </a:defRPr>
      </a:lvl1pPr>
    </p:titleStyle>
    <p:bodyStyle>
      <a:lvl1pPr marL="138113" indent="-138113" algn="l" defTabSz="914400" rtl="0" eaLnBrk="1" latinLnBrk="0" hangingPunct="1">
        <a:spcBef>
          <a:spcPts val="0"/>
        </a:spcBef>
        <a:spcAft>
          <a:spcPts val="600"/>
        </a:spcAft>
        <a:buClr>
          <a:schemeClr val="accent1"/>
        </a:buClr>
        <a:buFont typeface="Arial" pitchFamily="34" charset="0"/>
        <a:buChar char="•"/>
        <a:defRPr sz="1800" kern="1200">
          <a:solidFill>
            <a:schemeClr val="tx1"/>
          </a:solidFill>
          <a:latin typeface="Vodafone Rg" pitchFamily="34" charset="0"/>
          <a:ea typeface="+mn-ea"/>
          <a:cs typeface="+mn-cs"/>
        </a:defRPr>
      </a:lvl1pPr>
      <a:lvl2pPr marL="347663" indent="-147638" algn="l" defTabSz="914400" rtl="0" eaLnBrk="1" latinLnBrk="0" hangingPunct="1">
        <a:spcBef>
          <a:spcPts val="0"/>
        </a:spcBef>
        <a:spcAft>
          <a:spcPts val="300"/>
        </a:spcAft>
        <a:buClr>
          <a:schemeClr val="accent1"/>
        </a:buClr>
        <a:buFont typeface="Calibri" pitchFamily="34" charset="0"/>
        <a:buChar char="–"/>
        <a:defRPr sz="1400" kern="1200">
          <a:solidFill>
            <a:schemeClr val="tx1"/>
          </a:solidFill>
          <a:latin typeface="Vodafone Rg" pitchFamily="34" charset="0"/>
          <a:ea typeface="+mn-ea"/>
          <a:cs typeface="+mn-cs"/>
        </a:defRPr>
      </a:lvl2pPr>
      <a:lvl3pPr marL="385763" indent="146050" algn="l" defTabSz="914400" rtl="0" eaLnBrk="1" latinLnBrk="0" hangingPunct="1">
        <a:spcBef>
          <a:spcPts val="0"/>
        </a:spcBef>
        <a:spcAft>
          <a:spcPts val="300"/>
        </a:spcAft>
        <a:buClr>
          <a:schemeClr val="accent1"/>
        </a:buClr>
        <a:buFont typeface="Calibri" pitchFamily="34" charset="0"/>
        <a:buChar char="–"/>
        <a:defRPr sz="1400" kern="1200">
          <a:solidFill>
            <a:schemeClr val="tx1"/>
          </a:solidFill>
          <a:latin typeface="Vodafone Rg" pitchFamily="34" charset="0"/>
          <a:ea typeface="+mn-ea"/>
          <a:cs typeface="+mn-cs"/>
        </a:defRPr>
      </a:lvl3pPr>
      <a:lvl4pPr marL="717550" indent="-150813" algn="l" defTabSz="914400" rtl="0" eaLnBrk="1" latinLnBrk="0" hangingPunct="1">
        <a:spcBef>
          <a:spcPct val="20000"/>
        </a:spcBef>
        <a:buClr>
          <a:schemeClr val="accent1"/>
        </a:buClr>
        <a:buFont typeface="Calibri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61925" algn="l" defTabSz="914400" rtl="0" eaLnBrk="1" latinLnBrk="0" hangingPunct="1">
        <a:spcBef>
          <a:spcPct val="20000"/>
        </a:spcBef>
        <a:buClr>
          <a:schemeClr val="accent1"/>
        </a:buClr>
        <a:buFont typeface="Calibri" pitchFamily="34" charset="0"/>
        <a:buChar char="–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58" userDrawn="1">
          <p15:clr>
            <a:srgbClr val="F26B43"/>
          </p15:clr>
        </p15:guide>
        <p15:guide id="3" orient="horz" pos="2820" userDrawn="1">
          <p15:clr>
            <a:srgbClr val="F26B43"/>
          </p15:clr>
        </p15:guide>
        <p15:guide id="4" pos="5602" userDrawn="1">
          <p15:clr>
            <a:srgbClr val="F26B43"/>
          </p15:clr>
        </p15:guide>
        <p15:guide id="5" pos="2812" userDrawn="1">
          <p15:clr>
            <a:srgbClr val="F26B43"/>
          </p15:clr>
        </p15:guide>
        <p15:guide id="6" pos="2948" userDrawn="1">
          <p15:clr>
            <a:srgbClr val="F26B43"/>
          </p15:clr>
        </p15:guide>
        <p15:guide id="7" orient="horz" pos="55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5BF00D03-4DE4-3046-A452-EF040466C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748790"/>
            <a:ext cx="6858000" cy="1645920"/>
          </a:xfrm>
        </p:spPr>
        <p:txBody>
          <a:bodyPr/>
          <a:lstStyle/>
          <a:p>
            <a:r>
              <a:rPr lang="en-US" dirty="0"/>
              <a:t>Designing A Highly </a:t>
            </a:r>
            <a:r>
              <a:rPr lang="en-US"/>
              <a:t>Available Service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7227D-3378-CD46-AB71-610FCE8C75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365295" y="4713136"/>
            <a:ext cx="413410" cy="238889"/>
          </a:xfrm>
        </p:spPr>
        <p:txBody>
          <a:bodyPr/>
          <a:lstStyle/>
          <a:p>
            <a:fld id="{72A83A2B-3358-44F8-83A0-4598795D8FB5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CE599-1A6D-FA4A-AEBB-E592222C2967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137275" y="4712099"/>
            <a:ext cx="2133600" cy="238889"/>
          </a:xfrm>
        </p:spPr>
        <p:txBody>
          <a:bodyPr/>
          <a:lstStyle/>
          <a:p>
            <a:fld id="{CDC7D556-B429-C84E-90C5-E8F01172B87A}" type="datetime4">
              <a:rPr lang="en-GB" smtClean="0"/>
              <a:pPr/>
              <a:t>08 June 2023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1756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itle 26">
            <a:extLst>
              <a:ext uri="{FF2B5EF4-FFF2-40B4-BE49-F238E27FC236}">
                <a16:creationId xmlns:a16="http://schemas.microsoft.com/office/drawing/2014/main" id="{5BF00D03-4DE4-3046-A452-EF040466C9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361047"/>
            <a:ext cx="6858000" cy="457200"/>
          </a:xfrm>
        </p:spPr>
        <p:txBody>
          <a:bodyPr/>
          <a:lstStyle/>
          <a:p>
            <a:pPr algn="l"/>
            <a:r>
              <a:rPr lang="en-US" sz="4000" dirty="0"/>
              <a:t>Agenda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7227D-3378-CD46-AB71-610FCE8C75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365295" y="4713136"/>
            <a:ext cx="413410" cy="238889"/>
          </a:xfrm>
        </p:spPr>
        <p:txBody>
          <a:bodyPr/>
          <a:lstStyle/>
          <a:p>
            <a:fld id="{72A83A2B-3358-44F8-83A0-4598795D8FB5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CE599-1A6D-FA4A-AEBB-E592222C2967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137275" y="4712099"/>
            <a:ext cx="2133600" cy="238889"/>
          </a:xfrm>
        </p:spPr>
        <p:txBody>
          <a:bodyPr/>
          <a:lstStyle/>
          <a:p>
            <a:fld id="{CDC7D556-B429-C84E-90C5-E8F01172B87A}" type="datetime4">
              <a:rPr lang="en-GB" smtClean="0"/>
              <a:pPr/>
              <a:t>08 June 2023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1864DB-F5A4-9A79-A910-2E5CED2189AB}"/>
              </a:ext>
            </a:extLst>
          </p:cNvPr>
          <p:cNvSpPr txBox="1"/>
          <p:nvPr/>
        </p:nvSpPr>
        <p:spPr>
          <a:xfrm>
            <a:off x="1013687" y="1329338"/>
            <a:ext cx="6939288" cy="3242662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>
              <a:buFont typeface="Arial" pitchFamily="34" charset="0"/>
              <a:buNone/>
            </a:pPr>
            <a:endParaRPr lang="en-US" dirty="0">
              <a:latin typeface="Vodafone Rg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A12129-7FE1-37E5-58A1-348744DA1439}"/>
              </a:ext>
            </a:extLst>
          </p:cNvPr>
          <p:cNvSpPr txBox="1"/>
          <p:nvPr/>
        </p:nvSpPr>
        <p:spPr>
          <a:xfrm>
            <a:off x="1143000" y="1756142"/>
            <a:ext cx="6858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Create an application and design that will insert a timestamp into a database following a curl request.</a:t>
            </a:r>
            <a:br>
              <a:rPr lang="en-US" sz="2000" dirty="0">
                <a:solidFill>
                  <a:schemeClr val="bg1"/>
                </a:solidFill>
              </a:rPr>
            </a:br>
            <a:endParaRPr lang="en-US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The design should consist of at least a single web-application and a single database.</a:t>
            </a:r>
          </a:p>
        </p:txBody>
      </p:sp>
    </p:spTree>
    <p:extLst>
      <p:ext uri="{BB962C8B-B14F-4D97-AF65-F5344CB8AC3E}">
        <p14:creationId xmlns:p14="http://schemas.microsoft.com/office/powerpoint/2010/main" val="2438247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Technologies Used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DC0A-7105-AC4F-AFD6-A57CCFB0866C}" type="datetime4">
              <a:rPr lang="en-GB" smtClean="0"/>
              <a:t>08 June 2023</a:t>
            </a:fld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5" name="Content Placeholder 14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GB" sz="1600" dirty="0"/>
              <a:t>AWS</a:t>
            </a:r>
          </a:p>
          <a:p>
            <a:r>
              <a:rPr lang="en-GB" sz="1600" dirty="0"/>
              <a:t>Terraform</a:t>
            </a:r>
          </a:p>
          <a:p>
            <a:r>
              <a:rPr lang="en-GB" sz="1600" dirty="0"/>
              <a:t>Azure DevOps</a:t>
            </a:r>
            <a:endParaRPr lang="en-GB" sz="1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E07DC0-349E-353F-D277-FE6176093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873457"/>
            <a:ext cx="929898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24E470-749D-E8CB-0CD4-C758211640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562350"/>
            <a:ext cx="1524000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C1FAC295-341D-3312-B46F-8360E65BD9E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72000" y="2355063"/>
            <a:ext cx="128016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74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AWS Services Used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FDC0A-7105-AC4F-AFD6-A57CCFB0866C}" type="datetime4">
              <a:rPr lang="en-GB" smtClean="0"/>
              <a:t>08 June 2023</a:t>
            </a:fld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83A2B-3358-44F8-83A0-4598795D8FB5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5" name="Content Placeholder 14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GB" sz="1600" dirty="0"/>
              <a:t>EC2 instance</a:t>
            </a:r>
          </a:p>
          <a:p>
            <a:r>
              <a:rPr lang="en-GB" sz="1600" dirty="0"/>
              <a:t>DynamoDB</a:t>
            </a:r>
          </a:p>
          <a:p>
            <a:r>
              <a:rPr lang="en-GB" sz="1600" dirty="0"/>
              <a:t>Lambda Function</a:t>
            </a:r>
          </a:p>
          <a:p>
            <a:r>
              <a:rPr lang="en-GB" sz="1600" dirty="0"/>
              <a:t>API Gateway</a:t>
            </a:r>
          </a:p>
          <a:p>
            <a:r>
              <a:rPr lang="en-GB" sz="1600" dirty="0"/>
              <a:t>Load Balancer</a:t>
            </a:r>
          </a:p>
          <a:p>
            <a:pPr lvl="1"/>
            <a:r>
              <a:rPr lang="en-GB" sz="1600" dirty="0"/>
              <a:t>To make system highly available.</a:t>
            </a:r>
          </a:p>
          <a:p>
            <a:r>
              <a:rPr lang="en-GB" sz="1600" dirty="0"/>
              <a:t>Auto-Scaling</a:t>
            </a:r>
          </a:p>
          <a:p>
            <a:pPr lvl="1"/>
            <a:r>
              <a:rPr lang="en-GB" sz="1600" dirty="0"/>
              <a:t>To make system scalable.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8C6AED-AE95-8B6C-4CDA-6B225A4242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5295" y="873457"/>
            <a:ext cx="2953094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4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1ECF4-BA6C-2C9C-0814-BF49ABDFA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824" y="285207"/>
            <a:ext cx="4025244" cy="1188720"/>
          </a:xfrm>
        </p:spPr>
        <p:txBody>
          <a:bodyPr/>
          <a:lstStyle/>
          <a:p>
            <a:r>
              <a:rPr lang="en-US" sz="4000" dirty="0"/>
              <a:t>System</a:t>
            </a:r>
            <a:br>
              <a:rPr lang="en-US" sz="4000" dirty="0"/>
            </a:br>
            <a:r>
              <a:rPr lang="en-US" sz="4000" dirty="0"/>
              <a:t>Architecture</a:t>
            </a:r>
          </a:p>
        </p:txBody>
      </p:sp>
    </p:spTree>
    <p:extLst>
      <p:ext uri="{BB962C8B-B14F-4D97-AF65-F5344CB8AC3E}">
        <p14:creationId xmlns:p14="http://schemas.microsoft.com/office/powerpoint/2010/main" val="263933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D6F7227D-3378-CD46-AB71-610FCE8C752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365295" y="4713136"/>
            <a:ext cx="413410" cy="238889"/>
          </a:xfrm>
        </p:spPr>
        <p:txBody>
          <a:bodyPr/>
          <a:lstStyle/>
          <a:p>
            <a:pPr>
              <a:spcAft>
                <a:spcPts val="600"/>
              </a:spcAft>
            </a:pPr>
            <a:fld id="{72A83A2B-3358-44F8-83A0-4598795D8FB5}" type="slidenum">
              <a:rPr lang="en-GB" smtClean="0"/>
              <a:pPr>
                <a:spcAft>
                  <a:spcPts val="600"/>
                </a:spcAft>
              </a:pPr>
              <a:t>6</a:t>
            </a:fld>
            <a:endParaRPr lang="en-GB" dirty="0"/>
          </a:p>
        </p:txBody>
      </p:sp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700CE599-1A6D-FA4A-AEBB-E592222C296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6137275" y="4712099"/>
            <a:ext cx="2133600" cy="238889"/>
          </a:xfrm>
        </p:spPr>
        <p:txBody>
          <a:bodyPr/>
          <a:lstStyle/>
          <a:p>
            <a:pPr>
              <a:spcAft>
                <a:spcPts val="600"/>
              </a:spcAft>
            </a:pPr>
            <a:fld id="{CDC7D556-B429-C84E-90C5-E8F01172B87A}" type="datetime4">
              <a:rPr lang="en-GB" smtClean="0"/>
              <a:pPr>
                <a:spcAft>
                  <a:spcPts val="600"/>
                </a:spcAft>
              </a:pPr>
              <a:t>08 June 2023</a:t>
            </a:fld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35B493-A623-777D-46C0-176B48DAF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333" y="240030"/>
            <a:ext cx="7501334" cy="466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518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B3DFFC-BC68-75F6-FDCB-C3741AD2EFF9}"/>
              </a:ext>
            </a:extLst>
          </p:cNvPr>
          <p:cNvSpPr txBox="1"/>
          <p:nvPr/>
        </p:nvSpPr>
        <p:spPr>
          <a:xfrm>
            <a:off x="2057400" y="1428750"/>
            <a:ext cx="5029200" cy="22860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Font typeface="Arial" pitchFamily="34" charset="0"/>
              <a:buNone/>
            </a:pPr>
            <a:r>
              <a:rPr lang="en-US" sz="3600" dirty="0">
                <a:solidFill>
                  <a:schemeClr val="bg1"/>
                </a:solidFill>
                <a:latin typeface="Vodafone Rg" pitchFamily="34" charset="0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280114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odafone">
  <a:themeElements>
    <a:clrScheme name="Vodafone 2021">
      <a:dk1>
        <a:srgbClr val="000000"/>
      </a:dk1>
      <a:lt1>
        <a:srgbClr val="FFFFFF"/>
      </a:lt1>
      <a:dk2>
        <a:srgbClr val="5E2750"/>
      </a:dk2>
      <a:lt2>
        <a:srgbClr val="545759"/>
      </a:lt2>
      <a:accent1>
        <a:srgbClr val="E60000"/>
      </a:accent1>
      <a:accent2>
        <a:srgbClr val="A8B400"/>
      </a:accent2>
      <a:accent3>
        <a:srgbClr val="9C2AA0"/>
      </a:accent3>
      <a:accent4>
        <a:srgbClr val="EB9700"/>
      </a:accent4>
      <a:accent5>
        <a:srgbClr val="00B0CA"/>
      </a:accent5>
      <a:accent6>
        <a:srgbClr val="FECB00"/>
      </a:accent6>
      <a:hlink>
        <a:srgbClr val="E60000"/>
      </a:hlink>
      <a:folHlink>
        <a:srgbClr val="E60000"/>
      </a:folHlink>
    </a:clrScheme>
    <a:fontScheme name="Vodafone">
      <a:majorFont>
        <a:latin typeface="Vodafone Rg"/>
        <a:ea typeface=""/>
        <a:cs typeface=""/>
      </a:majorFont>
      <a:minorFont>
        <a:latin typeface="Vodafone Rg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 cmpd="sng" algn="ctr">
          <a:noFill/>
          <a:prstDash val="solid"/>
        </a:ln>
        <a:effectLst/>
      </a:spPr>
      <a:bodyPr spcFirstLastPara="0" vert="horz" wrap="square" lIns="6350" tIns="6350" rIns="6350" bIns="6350" numCol="1" spcCol="1270" rtlCol="0" anchor="ctr" anchorCtr="0">
        <a:noAutofit/>
      </a:bodyPr>
      <a:lstStyle>
        <a:defPPr algn="ctr" defTabSz="444500">
          <a:lnSpc>
            <a:spcPct val="90000"/>
          </a:lnSpc>
          <a:spcBef>
            <a:spcPct val="0"/>
          </a:spcBef>
          <a:spcAft>
            <a:spcPct val="35000"/>
          </a:spcAft>
          <a:defRPr sz="1000" kern="1200" dirty="0" smtClean="0">
            <a:solidFill>
              <a:srgbClr val="34342B"/>
            </a:solidFill>
            <a:latin typeface="Vodafone Rg" pitchFamily="34" charset="0"/>
            <a:ea typeface="+mn-ea"/>
            <a:cs typeface="+mn-cs"/>
          </a:defRPr>
        </a:defPPr>
      </a:lstStyle>
      <a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a:style>
    </a:spDef>
    <a:txDef>
      <a:spPr/>
      <a:bodyPr wrap="square" lIns="0" tIns="0" rIns="0" bIns="0" rtlCol="0">
        <a:noAutofit/>
      </a:bodyPr>
      <a:lstStyle>
        <a:defPPr marL="0" indent="0">
          <a:buFont typeface="Arial" pitchFamily="34" charset="0"/>
          <a:buNone/>
          <a:defRPr dirty="0" smtClean="0">
            <a:latin typeface="Vodafone Rg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F_Together_we_can_MasterPPT_Template_2022.pptx" id="{89E019E1-2352-4701-BD29-5347F6A215BB}" vid="{F6A68486-FEE6-4DFA-A5DE-DD24A6C17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a6b7060-99c1-4bf4-8fdf-e49341582e9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73612E055D94439185D72A13488151" ma:contentTypeVersion="12" ma:contentTypeDescription="Create a new document." ma:contentTypeScope="" ma:versionID="d5fb83ffac9e20517b5ef71943d84ef4">
  <xsd:schema xmlns:xsd="http://www.w3.org/2001/XMLSchema" xmlns:xs="http://www.w3.org/2001/XMLSchema" xmlns:p="http://schemas.microsoft.com/office/2006/metadata/properties" xmlns:ns3="ca6b7060-99c1-4bf4-8fdf-e49341582e99" xmlns:ns4="14232ace-1454-41aa-8b09-d6c57f8c5459" targetNamespace="http://schemas.microsoft.com/office/2006/metadata/properties" ma:root="true" ma:fieldsID="780c41251f6446e94eb9a44b4789a6fd" ns3:_="" ns4:_="">
    <xsd:import namespace="ca6b7060-99c1-4bf4-8fdf-e49341582e99"/>
    <xsd:import namespace="14232ace-1454-41aa-8b09-d6c57f8c545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6b7060-99c1-4bf4-8fdf-e49341582e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232ace-1454-41aa-8b09-d6c57f8c545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9FF5FE-91B0-42AB-A9EB-068B03B8F9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07DC444-F298-4F4C-B9FF-94D7902BA083}">
  <ds:schemaRefs>
    <ds:schemaRef ds:uri="http://schemas.microsoft.com/office/2006/metadata/properties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14232ace-1454-41aa-8b09-d6c57f8c5459"/>
    <ds:schemaRef ds:uri="ca6b7060-99c1-4bf4-8fdf-e49341582e99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C7187FC-35D0-4EFA-9457-A8CA12AB1E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6b7060-99c1-4bf4-8fdf-e49341582e99"/>
    <ds:schemaRef ds:uri="14232ace-1454-41aa-8b09-d6c57f8c54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VF_PowerPoint_Template_2022</Template>
  <TotalTime>0</TotalTime>
  <Words>88</Words>
  <Application>Microsoft Office PowerPoint</Application>
  <PresentationFormat>On-screen Show (16:9)</PresentationFormat>
  <Paragraphs>31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Vodafone Lt</vt:lpstr>
      <vt:lpstr>Vodafone Rg</vt:lpstr>
      <vt:lpstr>Vodafone</vt:lpstr>
      <vt:lpstr>Designing A Highly Available Service</vt:lpstr>
      <vt:lpstr>Agenda</vt:lpstr>
      <vt:lpstr>Technologies Used</vt:lpstr>
      <vt:lpstr>AWS Services Used</vt:lpstr>
      <vt:lpstr>System Architecture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Designing A Highly Available Service</dc:title>
  <dc:subject/>
  <dc:creator>Shubham Limkar, Vodafone</dc:creator>
  <cp:keywords/>
  <dc:description/>
  <cp:lastModifiedBy>Shubham Limkar, Vodafone</cp:lastModifiedBy>
  <cp:revision>1</cp:revision>
  <cp:lastPrinted>2011-08-30T12:20:26Z</cp:lastPrinted>
  <dcterms:created xsi:type="dcterms:W3CDTF">2023-05-25T07:53:09Z</dcterms:created>
  <dcterms:modified xsi:type="dcterms:W3CDTF">2023-06-08T13:09:05Z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0x0101009573612E055D94439185D72A13488151</vt:lpwstr>
  </property>
  <property fmtid="{D5CDD505-2E9C-101B-9397-08002B2CF9AE}" pid="4" name="MSIP_Label_0359f705-2ba0-454b-9cfc-6ce5bcaac040_Enabled">
    <vt:lpwstr>true</vt:lpwstr>
  </property>
  <property fmtid="{D5CDD505-2E9C-101B-9397-08002B2CF9AE}" pid="5" name="MSIP_Label_0359f705-2ba0-454b-9cfc-6ce5bcaac040_SetDate">
    <vt:lpwstr>2023-05-25T09:04:39Z</vt:lpwstr>
  </property>
  <property fmtid="{D5CDD505-2E9C-101B-9397-08002B2CF9AE}" pid="6" name="MSIP_Label_0359f705-2ba0-454b-9cfc-6ce5bcaac040_Method">
    <vt:lpwstr>Standard</vt:lpwstr>
  </property>
  <property fmtid="{D5CDD505-2E9C-101B-9397-08002B2CF9AE}" pid="7" name="MSIP_Label_0359f705-2ba0-454b-9cfc-6ce5bcaac040_Name">
    <vt:lpwstr>0359f705-2ba0-454b-9cfc-6ce5bcaac040</vt:lpwstr>
  </property>
  <property fmtid="{D5CDD505-2E9C-101B-9397-08002B2CF9AE}" pid="8" name="MSIP_Label_0359f705-2ba0-454b-9cfc-6ce5bcaac040_SiteId">
    <vt:lpwstr>68283f3b-8487-4c86-adb3-a5228f18b893</vt:lpwstr>
  </property>
  <property fmtid="{D5CDD505-2E9C-101B-9397-08002B2CF9AE}" pid="9" name="MSIP_Label_0359f705-2ba0-454b-9cfc-6ce5bcaac040_ActionId">
    <vt:lpwstr>446503d6-3083-4d63-989c-bc5aa752ef93</vt:lpwstr>
  </property>
  <property fmtid="{D5CDD505-2E9C-101B-9397-08002B2CF9AE}" pid="10" name="MSIP_Label_0359f705-2ba0-454b-9cfc-6ce5bcaac040_ContentBits">
    <vt:lpwstr>2</vt:lpwstr>
  </property>
</Properties>
</file>